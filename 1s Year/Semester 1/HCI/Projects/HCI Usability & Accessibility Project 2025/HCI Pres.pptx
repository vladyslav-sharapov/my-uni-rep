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715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70D87-5D45-403C-8732-DA1E87562339}" type="datetimeFigureOut">
              <a:rPr lang="en-IE" smtClean="0"/>
              <a:t>23/11/2025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CF017-1ED2-48A6-B170-4FA1B7CEAD0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142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35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00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86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80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07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05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83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82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45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42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27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33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55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23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8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01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6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60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93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85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81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55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85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99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785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0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216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978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284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46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8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518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911405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8724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53760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0035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5719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53858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736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479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87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46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646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280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514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795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358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99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6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23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05728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409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4748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21013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98279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219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842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409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633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36307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6507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72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4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9D380B3-E270-4064-8D13-292A875F6C31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354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whead.com/tbc/forums/topic/please-fix-the-map-27253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FB55A-BF71-90F3-D428-774395FAD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HCI Usability &amp; Accessibility Project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5CC0-99A1-D78B-C092-018B57B13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By: Vladyslav Sharapov</a:t>
            </a:r>
          </a:p>
        </p:txBody>
      </p:sp>
      <p:pic>
        <p:nvPicPr>
          <p:cNvPr id="5" name="Picture Placeholder 4" descr="A cartoon rocket with flames&#10;&#10;AI-generated content may be incorrect.">
            <a:extLst>
              <a:ext uri="{FF2B5EF4-FFF2-40B4-BE49-F238E27FC236}">
                <a16:creationId xmlns:a16="http://schemas.microsoft.com/office/drawing/2014/main" id="{A6FA0527-8B77-4D48-8686-1ECF8C206D9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044" r="16045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4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C96F8-CFFC-C030-B5EB-1E5E8A4D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459" y="4883875"/>
            <a:ext cx="10592174" cy="10006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Biggest Usability Problem</a:t>
            </a:r>
          </a:p>
        </p:txBody>
      </p:sp>
      <p:pic>
        <p:nvPicPr>
          <p:cNvPr id="6" name="Picture Placeholder 5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730BE7FB-19E5-7269-AA81-785BA85100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3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8DB2F94-13B4-58B7-314B-7AE76BADC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154" y="5642343"/>
            <a:ext cx="9416898" cy="4843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300" dirty="0"/>
              <a:t>These heavy pages sometimes freeze or load slowly, and the site doesn’t always show a loading indicator. This leaves the user unsure whether the page is still loading or if something wet wrong. A visible progress indicator would greatly reduce confusion</a:t>
            </a:r>
          </a:p>
        </p:txBody>
      </p:sp>
    </p:spTree>
    <p:extLst>
      <p:ext uri="{BB962C8B-B14F-4D97-AF65-F5344CB8AC3E}">
        <p14:creationId xmlns:p14="http://schemas.microsoft.com/office/powerpoint/2010/main" val="31666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31659-2980-7C2E-AD29-F14F371A2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Biggest Accessibility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9DC87-DE5A-47C3-8910-41F0C1691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Low-contrast text and missing ARIA labels make the site difficult to use for people with visual impairments or screen-reader users.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3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558DE-2E07-4A53-4C08-3E3893A24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0C695-8034-47B7-D4C0-AC9ADE15B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by: Vladyslav Sharapov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ID: c00325055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9622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92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Neue Haas Grotesk Text Pro</vt:lpstr>
      <vt:lpstr>Dune</vt:lpstr>
      <vt:lpstr>Office Theme</vt:lpstr>
      <vt:lpstr>HCI Usability &amp; Accessibility Project 2025</vt:lpstr>
      <vt:lpstr>Biggest Usability Problem</vt:lpstr>
      <vt:lpstr>Biggest Accessibility Problem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P0dlyanich .</dc:creator>
  <cp:lastModifiedBy>P0dlyanich .</cp:lastModifiedBy>
  <cp:revision>1</cp:revision>
  <dcterms:created xsi:type="dcterms:W3CDTF">2025-11-23T19:32:29Z</dcterms:created>
  <dcterms:modified xsi:type="dcterms:W3CDTF">2025-11-23T19:50:41Z</dcterms:modified>
</cp:coreProperties>
</file>